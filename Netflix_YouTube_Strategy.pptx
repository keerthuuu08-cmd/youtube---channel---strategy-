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E5091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291840" cy="3291840"/>
          </a:xfrm>
          <a:prstGeom prst="ellipse">
            <a:avLst/>
          </a:prstGeom>
          <a:solidFill>
            <a:srgbClr val="E5091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5" name="Image 0" descr="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1315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Channel Strategy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and growth plan to build Netflix's YouTube presence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5394960"/>
            <a:ext cx="3291840" cy="868680"/>
          </a:xfrm>
          <a:prstGeom prst="rect">
            <a:avLst>
              <a:gd name="adj" fmla="val 8421"/>
            </a:avLst>
          </a:prstGeom>
          <a:solidFill>
            <a:srgbClr val="221F1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5046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Keerthana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Netflix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88752" y="228600"/>
            <a:ext cx="822960" cy="8229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5" name="Image 0" descr="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4492" y="4343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0020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is a leading global streaming platform, offering movies, TV shows, documentaries, and original series to audiences everywhere.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8" name="Image 1" descr="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335927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246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&amp; TV Shows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959352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1" name="Image 2" descr="icons/clap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4072509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9593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Documentaries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672584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4" name="Image 3" descr="icons/youtu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4785741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725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Series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635240" y="160020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/>
        </p:spPr>
      </p:sp>
      <p:sp>
        <p:nvSpPr>
          <p:cNvPr id="17" name="Shape 11"/>
          <p:cNvSpPr/>
          <p:nvPr/>
        </p:nvSpPr>
        <p:spPr>
          <a:xfrm>
            <a:off x="9052560" y="1965960"/>
            <a:ext cx="1097280" cy="109728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8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2212848"/>
            <a:ext cx="603504" cy="6035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35240" y="3246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190+</a:t>
            </a:r>
            <a:endParaRPr lang="en-US" sz="5400" dirty="0"/>
          </a:p>
        </p:txBody>
      </p:sp>
      <p:sp>
        <p:nvSpPr>
          <p:cNvPr id="20" name="Text 13"/>
          <p:cNvSpPr/>
          <p:nvPr/>
        </p:nvSpPr>
        <p:spPr>
          <a:xfrm>
            <a:off x="7635240" y="4160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Worldwide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90956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reaches viewers across the globe, making it one of the most watched platforms on the planet.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strategy aims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6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4803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58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Subscribers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YouTube subscriber base steadily.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286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1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24803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58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New Releases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new movies and series.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572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6" name="Image 2" descr="icon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47663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544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Engagement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likes, comments, and shares.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251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572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1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476631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544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Brand Awareness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Netflix's presence on YouTube.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16–45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71700" y="3977640"/>
            <a:ext cx="1051560" cy="10515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7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4590" y="4240530"/>
            <a:ext cx="525780" cy="5257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257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 range for movie and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web-series audiences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37760" y="1600200"/>
            <a:ext cx="685800" cy="6858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1" descr="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210" y="17716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06440" y="15819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&amp; Web Series Lovers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806440" y="192938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who binge-watch films and series.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937760" y="2651760"/>
            <a:ext cx="685800" cy="6858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4" name="Image 2" descr="icons/graduationc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210" y="28232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26334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806440" y="298094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viewers active on YouTube daily.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937760" y="3703320"/>
            <a:ext cx="685800" cy="6858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8" name="Image 3" descr="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210" y="387477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06440" y="36850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5806440" y="403250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who unwind with quality content.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937760" y="4754880"/>
            <a:ext cx="685800" cy="6858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2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9210" y="492633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440" y="47365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Audience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5806440" y="508406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viewers across every region.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Strategy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content formats to fuel the channel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221992"/>
            <a:ext cx="822960" cy="8229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6" name="Image 0" descr="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4277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Trailers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62272" y="1965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9" name="Shape 6"/>
          <p:cNvSpPr/>
          <p:nvPr/>
        </p:nvSpPr>
        <p:spPr>
          <a:xfrm>
            <a:off x="5833872" y="2221992"/>
            <a:ext cx="822960" cy="8229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1" descr="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2" y="24277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284464" y="19659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13" name="Shape 9"/>
          <p:cNvSpPr/>
          <p:nvPr/>
        </p:nvSpPr>
        <p:spPr>
          <a:xfrm>
            <a:off x="9656064" y="2221992"/>
            <a:ext cx="822960" cy="8229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4" name="Image 2" descr="icons/clap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804" y="242773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21624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17" name="Shape 12"/>
          <p:cNvSpPr/>
          <p:nvPr/>
        </p:nvSpPr>
        <p:spPr>
          <a:xfrm>
            <a:off x="2011680" y="4462272"/>
            <a:ext cx="822960" cy="8229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8" name="Image 3" descr="icons/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420" y="466801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5440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Interviews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462272" y="4206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21" name="Shape 15"/>
          <p:cNvSpPr/>
          <p:nvPr/>
        </p:nvSpPr>
        <p:spPr>
          <a:xfrm>
            <a:off x="5833872" y="4462272"/>
            <a:ext cx="822960" cy="8229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2" name="Image 4" descr="icons/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612" y="466801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99432" y="5440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8284464" y="4206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25" name="Shape 18"/>
          <p:cNvSpPr/>
          <p:nvPr/>
        </p:nvSpPr>
        <p:spPr>
          <a:xfrm>
            <a:off x="9656064" y="4462272"/>
            <a:ext cx="822960" cy="82296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6" name="Image 5" descr="icons/fi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804" y="4668012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21624" y="5440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Clips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Schedule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weekly rhythm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4141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30552"/>
            <a:ext cx="2606040" cy="2468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40180" y="2788920"/>
            <a:ext cx="1005840" cy="10058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9" name="Image 0" descr="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30403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Trailer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502152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41414"/>
          </a:solidFill>
          <a:ln/>
        </p:spPr>
      </p:sp>
      <p:sp>
        <p:nvSpPr>
          <p:cNvPr id="12" name="Shape 9"/>
          <p:cNvSpPr/>
          <p:nvPr/>
        </p:nvSpPr>
        <p:spPr>
          <a:xfrm>
            <a:off x="3502152" y="18745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/>
        </p:spPr>
      </p:sp>
      <p:sp>
        <p:nvSpPr>
          <p:cNvPr id="13" name="Shape 10"/>
          <p:cNvSpPr/>
          <p:nvPr/>
        </p:nvSpPr>
        <p:spPr>
          <a:xfrm>
            <a:off x="3502152" y="2130552"/>
            <a:ext cx="2606040" cy="2468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1"/>
          <p:cNvSpPr/>
          <p:nvPr/>
        </p:nvSpPr>
        <p:spPr>
          <a:xfrm>
            <a:off x="3502152" y="1874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02252" y="2788920"/>
            <a:ext cx="1005840" cy="10058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6" name="Image 1" descr="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30403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9312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364224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41414"/>
          </a:solidFill>
          <a:ln/>
        </p:spPr>
      </p:sp>
      <p:sp>
        <p:nvSpPr>
          <p:cNvPr id="19" name="Shape 15"/>
          <p:cNvSpPr/>
          <p:nvPr/>
        </p:nvSpPr>
        <p:spPr>
          <a:xfrm>
            <a:off x="6364224" y="18745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/>
        </p:spPr>
      </p:sp>
      <p:sp>
        <p:nvSpPr>
          <p:cNvPr id="20" name="Shape 16"/>
          <p:cNvSpPr/>
          <p:nvPr/>
        </p:nvSpPr>
        <p:spPr>
          <a:xfrm>
            <a:off x="6364224" y="2130552"/>
            <a:ext cx="2606040" cy="2468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1" name="Text 17"/>
          <p:cNvSpPr/>
          <p:nvPr/>
        </p:nvSpPr>
        <p:spPr>
          <a:xfrm>
            <a:off x="6364224" y="1874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164324" y="2788920"/>
            <a:ext cx="1005840" cy="10058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3" name="Image 2" descr="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304038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01384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Interview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9226296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41414"/>
          </a:solidFill>
          <a:ln/>
        </p:spPr>
      </p:sp>
      <p:sp>
        <p:nvSpPr>
          <p:cNvPr id="26" name="Shape 21"/>
          <p:cNvSpPr/>
          <p:nvPr/>
        </p:nvSpPr>
        <p:spPr>
          <a:xfrm>
            <a:off x="9226296" y="18745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/>
        </p:spPr>
      </p:sp>
      <p:sp>
        <p:nvSpPr>
          <p:cNvPr id="27" name="Shape 22"/>
          <p:cNvSpPr/>
          <p:nvPr/>
        </p:nvSpPr>
        <p:spPr>
          <a:xfrm>
            <a:off x="9226296" y="2130552"/>
            <a:ext cx="2606040" cy="2468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8" name="Text 23"/>
          <p:cNvSpPr/>
          <p:nvPr/>
        </p:nvSpPr>
        <p:spPr>
          <a:xfrm>
            <a:off x="9226296" y="1874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10026396" y="2788920"/>
            <a:ext cx="1005840" cy="10058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30" name="Image 3" descr="icons/cla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3040380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63456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6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4803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58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Subscribers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steadily growing, loyal subscriber base.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286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1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24803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58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Views &amp; Watch Time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minutes watched across all uploads.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572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6" name="Image 2" descr="icons/thumbs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47663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544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Engagement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likes, comments, and shares.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251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21F1F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572000"/>
            <a:ext cx="777240" cy="7772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1" name="Image 3" descr="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476631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544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Awareness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buzz around new releases.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4937760" cy="4937760"/>
          </a:xfrm>
          <a:prstGeom prst="ellipse">
            <a:avLst/>
          </a:prstGeom>
          <a:solidFill>
            <a:srgbClr val="E5091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1005840"/>
            <a:ext cx="914400" cy="9144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4" name="Image 0" descr="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5876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971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YouTube strategy helps Netflix promote new content, grow its audience, and maintain strong viewer engagement.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STRATEGY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2026-08-06T09:03:23Z</dcterms:created>
  <dcterms:modified xsi:type="dcterms:W3CDTF">2026-08-06T09:03:23Z</dcterms:modified>
</cp:coreProperties>
</file>